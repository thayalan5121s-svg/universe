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omplaint-inky-pi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731520"/>
            <a:ext cx="3200400" cy="292608"/>
          </a:xfrm>
          <a:prstGeom prst="roundRect">
            <a:avLst>
              <a:gd name="adj" fmla="val 46875"/>
            </a:avLst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2026  |  CAMPUS INNOVATION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CampusCare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Campus Infrastructure Triage &amp; Multimodal Grievance Intelligence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student grievances and campus administration through real-time audio reporting, crowd-upvoted triage, and role-segregated operational oversight.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08960"/>
            <a:ext cx="320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 Multimodal Capture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16kHz voice note recording with HTML5 audio preview &amp; geo-tagged photo uploads.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297180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3108960"/>
            <a:ext cx="320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Dynamic Urgency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56616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prioritization weighing crowd upvotes, safety hazards &amp; SLA decay times.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971800"/>
            <a:ext cx="245059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108960"/>
            <a:ext cx="320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320040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Role-Based Governance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356616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experiences for Students, Faculty/Staff, and Campus Facility Administrators.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4389120" cy="320040"/>
          </a:xfrm>
          <a:prstGeom prst="roundRect">
            <a:avLst>
              <a:gd name="adj" fmla="val 22857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82296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u="sng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Live Production System: https://complaint-inky-pi.vercel.app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4572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github.com/prithivi-17-riv/hackathon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| THE PROBLEM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Bottlenecks: Why Traditional Grievance Handling Fails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physical registers and informal chat channels create an operational gridlock across universities.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68880" y="2011680"/>
            <a:ext cx="91440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760720" y="2011680"/>
            <a:ext cx="91440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468880" y="3474720"/>
            <a:ext cx="914400" cy="-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760720" y="3474720"/>
            <a:ext cx="91440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83280" y="2240280"/>
            <a:ext cx="2377440" cy="123444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317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BOTTLENECKS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Conventional Grievance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150876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1508760"/>
            <a:ext cx="2203704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160020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1: REPORTING INTAKE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41248" y="178308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Friction-Heavy Reporting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203911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Students avoid tedious multi-field text forms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Informal WhatsApp/call groups lose context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Zero audio support for fast mobile field capture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50876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9048" y="1508760"/>
            <a:ext cx="2203704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48" y="160020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2: DUPLICATION DELUGE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99048" y="178308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Redundant Ticket Avalanches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9048" y="203911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100+ separate complaints for a single WiFi/water outage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Support queues overwhelmed by duplicate logs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crowd verification or upvoting mechanism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15468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154680"/>
            <a:ext cx="2203704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24612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3: TRACKING TRANSPARENCY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41248" y="342900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"Black Box" Void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" y="368503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Students receive no feedback after filing tickets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Uncertainty breeds deep frustration and apathy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Lack of public status leads to duplicate submissions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89320" y="315468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9048" y="3154680"/>
            <a:ext cx="2203704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48" y="3246120"/>
            <a:ext cx="22037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4: TRIAGE BLINDSPOTS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99048" y="3429000"/>
            <a:ext cx="2203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Prioritization Paralysis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99048" y="3685032"/>
            <a:ext cx="22037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Critical hazards treated same as cosmetic flaws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First-In-First-Out queues ignore true urgency</a:t>
            </a:r>
            <a:endParaRPr lang="en-US" sz="8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Admins lack real-time escalation telemetry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28800" y="4709160"/>
            <a:ext cx="548640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4709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Key Insight: Campuses do not lack maintenance staff; they lack intelligent triage and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| THE SOLUTION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CampusCare Solution: Multimodal Capture &amp; Urgency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chaotic campus complaint streams into prioritized, actionable engineering tickets.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STREAMLINED MULTIMODAL INTAKE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Students Report Issues in &lt; 30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17627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Note Recording &amp; Playback Preview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404872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MediaRecorder API for instant 16kHz audio capture. Students preview audio before submission with embedded playback controls.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303580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35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0175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Geo-Tagged Photo &amp; Category Assignment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3246120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High-res visual evidence upload automatically linked to specific campus zones, hostels, labs, and facility departments.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3877056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77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858768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Upvote Amplification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4087368"/>
            <a:ext cx="2880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Rather than filing repetitive tickets, students upvote existing complaints to instantly boost priority score.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374904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TRIAGE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 Urgency Scoring &amp; SLAs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17627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762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 Score = (Severity × 0.4) + (Upvotes × 0.3) + (Decay × 0.3)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46320" y="2788920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862072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86207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8620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4 Hours SLA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675120" y="28620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Exposed live wires, gas leak, contaminated water supply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846320" y="3282696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335584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35584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66928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24 Hours SLA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675120" y="33558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server downtime, exam hall AC failure, hostel geysers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846320" y="3776472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849624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3849624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8496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72 Hours SLA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675120" y="38496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Classroom projector flicker, water cooler repair, hostel latch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846320" y="4270248"/>
            <a:ext cx="3383280" cy="420624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4343400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3434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0" y="4343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5 - 7 Days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675120" y="43434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facility requests, minor paint touchups, furniture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| ROLE-BASED WORKFLOWS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Role-Isolated Workflows: Students, Faculty &amp; Administrators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interfaces ensure students stay clutter-free while facility managers gain enterprise intelligence.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450592" cy="310896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63040"/>
            <a:ext cx="21762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00200"/>
            <a:ext cx="2176272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002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LEVEL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Frictionless, distraction-free reporting &amp; tracking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246888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One-tap multimodal ticket logging (Voice + Photo)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In-browser audio playback verification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Direct upvoting on peers issues without duplicate creation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Personal ticket history with real-time status badges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Clutter-Free: 4 campus aggregate stat columns hidden to keep UI focused &amp; simple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450592" cy="310896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463040"/>
            <a:ext cx="2176272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600200"/>
            <a:ext cx="2176272" cy="219456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6002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LEVEL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&amp; STAFF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1488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triage, verification &amp; escalation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0" y="246888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Access to departmental ticket queues &amp; status tracking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4-Metric Overview: Total Tickets, Active Triage, Resolved, and Submitted by You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Direct voice note inspection &amp; playback audit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Add internal faculty resolution remarks &amp; timeline notes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Escalate recurring classroom/lab bottlenecks directly to wardens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943600" y="1463040"/>
            <a:ext cx="2450592" cy="310896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463040"/>
            <a:ext cx="2176272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1600200"/>
            <a:ext cx="2176272" cy="219456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6002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COMMAND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80760" y="187452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WARDENS &amp; ADMINS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21488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campus analytics &amp; work order dispatch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80760" y="2468880"/>
            <a:ext cx="217627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campus-wide ticket dashboard &amp; SLA countdown monitoring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Algorithmic priority queue with manual override capabilities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Assign tickets directly to maintenance staff &amp; electricians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Close tickets with resolution proof photos &amp; completion logs</a:t>
            </a: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endParaRPr lang="en-US" sz="78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Export audit-ready CSV/PDF compliance reports for deans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31520" y="4681728"/>
            <a:ext cx="7680960" cy="329184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68172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Architectural Decision: Statistical columns are strictly role-gated to Teachers &amp; Admins, preserving cognitive space for students.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| TECHNICAL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Architecture: Resilient, Modular &amp; Production-Ready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for sub-second responsiveness, native audio capture, and resilient state synchronization.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63040"/>
            <a:ext cx="34747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361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1: CLIENT PRESENTATION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Responsive SPA  —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7190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Vanilla ES6+ Modules &amp; Tailwind CSS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Modular client routing with zero framework overhead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Lightning-fast ~150ms First Contentful Paint (FCP)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 institutional slate &amp; enterprise blue system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Accessible, high-contrast typography &amp; interactive states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463040"/>
            <a:ext cx="3474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5361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2: MULTIMODAL ENGINE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00600" y="17190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Recording &amp; Preview  — 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7190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MediaRecorder &amp; Audio APIs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19659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Direct microphone hardware stream capture via Web APIs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Real-time recording duration ticker with pause/stop state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Instant Blob-to-Base64 Data URI serialization for fast storage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Embedded HTML5 &lt;audio&gt; component for instant playback check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063240"/>
            <a:ext cx="34747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3: DATA &amp; STATE SYNC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8680" y="3319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Optimistic State Layer  — 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319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PostgreSQL &amp; LocalStorage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5661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Optimistic UI mutations for instant upvoting &amp; status changes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Hybrid fallback: Operates flawlessly during campus WiFi drops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Relational ticket schema with role validation &amp; audit trails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Synchronized client-side state across views and components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063240"/>
            <a:ext cx="347472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4: DEVOPS &amp; HOSTING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600" y="3319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Deployment Pipeline  — 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31927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Edge &amp; GitHub Actions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3566160"/>
            <a:ext cx="3474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Automated Git-triggered builds with zero downtime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Single-page application rewrite routing via vercel.json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Global edge caching for static assets and ticket feeds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Production deployed &amp; live at complaint-inky-pi.vercel.app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4709160"/>
            <a:ext cx="76809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70916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Production Performance: Zero external JS bundle bloat — instant initial load, 100% offline-resilient.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377440" cy="256032"/>
          </a:xfrm>
          <a:prstGeom prst="roundRect">
            <a:avLst>
              <a:gd name="adj" fmla="val 3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| MEASURABLE IMPACT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Impact &amp; Scalability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institutional efficiency today, laying the groundwork for predictive campus IoT tomorrow.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Turnaround Time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7 days to &lt;48 hrs via algorithmic auto-prioritization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79192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&lt;30s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70632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Complaint Filing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70632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note capture eliminates typing friction on mobile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26864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18304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Deluges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upvoting aggregates repeated issues into 1 ticket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74536" y="14630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65976" y="1965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Segregation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65976" y="22128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separation between student feeds and admin telemetry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971800"/>
            <a:ext cx="245059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081528"/>
            <a:ext cx="320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15468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INGESTION EXPANSION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68680" y="33375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Bot Channels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361188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integration with WhatsApp &amp; Telegram bots. Students send quick voice notes or photos directly via chat; NLP automatically parses and logs the grievance.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337560" y="2971800"/>
            <a:ext cx="245059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3081528"/>
            <a:ext cx="32004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15468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IOT HARDWARE TELEMETRY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74720" y="33375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Campus Telemetry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74720" y="361188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ESP32 / LoRaWAN sensors on water overhead tanks, laboratory power grids, and HVAC units to automatically dispatch repair tickets before students report faults.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943600" y="2971800"/>
            <a:ext cx="245059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081528"/>
            <a:ext cx="320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315468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PREDICTIVE ASSET AI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080760" y="33375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Preventive Infrastructure AI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80760" y="361188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forecasting models analyzing seasonal equipment wear-and-tear, alerting campus leadership before catastrophic transformer or water pump failures occur.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731520" y="4572000"/>
            <a:ext cx="768096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57200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Experience CampusCare Live: https://complaint-inky-pi.vercel.app   |   Built for Campus Excellence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CampusCare Smart Campus Infrastructure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CampusCare - AI-Powered Smart Campus Infrastructure &amp; Grievance Resolution</dc:title>
  <dc:subject>PptxGenJS Presentation</dc:subject>
  <dc:creator>CampusCare Team</dc:creator>
  <cp:lastModifiedBy>CampusCare Team</cp:lastModifiedBy>
  <cp:revision>1</cp:revision>
  <dcterms:created xsi:type="dcterms:W3CDTF">2026-09-16T06:26:06Z</dcterms:created>
  <dcterms:modified xsi:type="dcterms:W3CDTF">2026-09-16T06:26:06Z</dcterms:modified>
</cp:coreProperties>
</file>